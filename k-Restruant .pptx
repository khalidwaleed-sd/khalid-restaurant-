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3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91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9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65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0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2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2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3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6203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06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3190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52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24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4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E49F3-219E-49D4-8D53-C9F75262F28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F8F12E-C0AD-4AC2-B532-17AA5321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4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A7CE-7337-4D68-9A54-01F29C15F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54717"/>
            <a:ext cx="7766936" cy="1646302"/>
          </a:xfrm>
        </p:spPr>
        <p:txBody>
          <a:bodyPr anchor="ctr"/>
          <a:lstStyle/>
          <a:p>
            <a:pPr algn="ctr"/>
            <a:r>
              <a:rPr lang="en-US" sz="2400" b="1" dirty="0"/>
              <a:t>PROGRAMING &amp; INTRODUCTORY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0B0FE-2877-4526-858E-6969D81F2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631938"/>
            <a:ext cx="7766936" cy="1096899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RESTAURANT ORDER &amp; BILLING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CB24F-FB2D-4848-BE5B-BB2201FC76C6}"/>
              </a:ext>
            </a:extLst>
          </p:cNvPr>
          <p:cNvSpPr txBox="1"/>
          <p:nvPr/>
        </p:nvSpPr>
        <p:spPr>
          <a:xfrm>
            <a:off x="725218" y="5791200"/>
            <a:ext cx="4578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By: Khalid Alwaleed Ahmed</a:t>
            </a:r>
          </a:p>
        </p:txBody>
      </p:sp>
    </p:spTree>
    <p:extLst>
      <p:ext uri="{BB962C8B-B14F-4D97-AF65-F5344CB8AC3E}">
        <p14:creationId xmlns:p14="http://schemas.microsoft.com/office/powerpoint/2010/main" val="2003167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6CCD-4882-46DC-945B-3771ED09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3680"/>
            <a:ext cx="8596668" cy="132080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3053-0CB2-4915-809D-3DDE8348B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76810"/>
            <a:ext cx="8596668" cy="388077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The purpose of this program is to create a simple restaurant ordering &amp; billing system using the C programming language. It allows the user to choose food and drinks from a menu, enter the quantity, and calculate the total bill.</a:t>
            </a:r>
          </a:p>
        </p:txBody>
      </p:sp>
    </p:spTree>
    <p:extLst>
      <p:ext uri="{BB962C8B-B14F-4D97-AF65-F5344CB8AC3E}">
        <p14:creationId xmlns:p14="http://schemas.microsoft.com/office/powerpoint/2010/main" val="232998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3658-FA2B-4DD9-846A-A10F67E7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6333"/>
            <a:ext cx="8596668" cy="872358"/>
          </a:xfrm>
        </p:spPr>
        <p:txBody>
          <a:bodyPr/>
          <a:lstStyle/>
          <a:p>
            <a:r>
              <a:rPr lang="en-US" dirty="0"/>
              <a:t>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75D1F4-E475-446C-A31F-57BE99FEE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338" y="1208691"/>
            <a:ext cx="5244662" cy="5649309"/>
          </a:xfrm>
        </p:spPr>
      </p:pic>
    </p:spTree>
    <p:extLst>
      <p:ext uri="{BB962C8B-B14F-4D97-AF65-F5344CB8AC3E}">
        <p14:creationId xmlns:p14="http://schemas.microsoft.com/office/powerpoint/2010/main" val="151294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D2A7-2FFF-4B64-8915-E0D83917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D9BF9-B1AF-4EFA-B62C-E9B9177F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08039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Displays a menu with item prices.</a:t>
            </a:r>
          </a:p>
          <a:p>
            <a:r>
              <a:rPr lang="en-US" sz="2800" dirty="0"/>
              <a:t>Allows the user to add multiple orders.</a:t>
            </a:r>
          </a:p>
          <a:p>
            <a:r>
              <a:rPr lang="en-US" sz="2800" dirty="0"/>
              <a:t>Calculates the cost of each item based on the quantity.</a:t>
            </a:r>
          </a:p>
          <a:p>
            <a:r>
              <a:rPr lang="en-US" sz="2800" dirty="0"/>
              <a:t>Prints a final bill with the total amount.</a:t>
            </a:r>
          </a:p>
        </p:txBody>
      </p:sp>
    </p:spTree>
    <p:extLst>
      <p:ext uri="{BB962C8B-B14F-4D97-AF65-F5344CB8AC3E}">
        <p14:creationId xmlns:p14="http://schemas.microsoft.com/office/powerpoint/2010/main" val="343074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6203-AC23-488A-A60D-F011293D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31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AA3F7-9430-4FEF-811F-D7713BFD5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71098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 program successfully creates a simple restaurant ordering system. It demonstrates the use of basic C programming concepts such as variables, loops, switch statements, if statements, and input/output functions.</a:t>
            </a:r>
          </a:p>
        </p:txBody>
      </p:sp>
    </p:spTree>
    <p:extLst>
      <p:ext uri="{BB962C8B-B14F-4D97-AF65-F5344CB8AC3E}">
        <p14:creationId xmlns:p14="http://schemas.microsoft.com/office/powerpoint/2010/main" val="194019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26D1-7D22-4FBB-B834-F0DE30FF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25FC-B8B8-46E9-9977-7BB5E37F9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Add input validation to prevent invalid entries, Such as characters or negative numbers for quantity.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Allow users to edit or remove orders before printing the bill.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Add features such as discounts or tax calculation.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Improve the user interface to a </a:t>
            </a:r>
            <a:r>
              <a:rPr lang="en-US" sz="2400"/>
              <a:t>graphical interface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15593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184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PROGRAMING &amp; INTRODUCTORY DATA STRUCTURE</vt:lpstr>
      <vt:lpstr>Problem Statement</vt:lpstr>
      <vt:lpstr>Flowchart</vt:lpstr>
      <vt:lpstr>Results</vt:lpstr>
      <vt:lpstr>Conclusion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PROGRAMING &amp; INTRODUCTORY DATA STRUCTURE</dc:title>
  <dc:creator>USER</dc:creator>
  <cp:lastModifiedBy>USER</cp:lastModifiedBy>
  <cp:revision>4</cp:revision>
  <dcterms:created xsi:type="dcterms:W3CDTF">2026-07-25T12:06:40Z</dcterms:created>
  <dcterms:modified xsi:type="dcterms:W3CDTF">2026-07-25T12:36:12Z</dcterms:modified>
</cp:coreProperties>
</file>